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4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69690" cy="33140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690" y="158750"/>
            <a:ext cx="3634740" cy="30867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95" y="3429000"/>
            <a:ext cx="4053840" cy="33191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" y="3583305"/>
            <a:ext cx="3779520" cy="31781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" y="62230"/>
            <a:ext cx="2376000" cy="257276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590" y="0"/>
            <a:ext cx="2484000" cy="26828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935" y="0"/>
            <a:ext cx="2484000" cy="2690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645" y="0"/>
            <a:ext cx="2520000" cy="27179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65" y="2892425"/>
            <a:ext cx="4772660" cy="36957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7465"/>
            <a:ext cx="3708000" cy="28926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480" y="0"/>
            <a:ext cx="3564000" cy="296519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735" y="95885"/>
            <a:ext cx="3564000" cy="28696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77845"/>
            <a:ext cx="3672000" cy="2911721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700000" cy="29158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670" y="0"/>
            <a:ext cx="2736000" cy="29419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885" y="3175"/>
            <a:ext cx="2736000" cy="29390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100" y="3810"/>
            <a:ext cx="2736000" cy="29381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" y="3111500"/>
            <a:ext cx="4428000" cy="3411989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烛尽光何存</cp:lastModifiedBy>
  <cp:revision>163</cp:revision>
  <dcterms:created xsi:type="dcterms:W3CDTF">2019-06-19T02:08:00Z</dcterms:created>
  <dcterms:modified xsi:type="dcterms:W3CDTF">2026-01-14T12:18:41Z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DD7C6D532B9D40A0B84905A16DB2E2AF_13</vt:lpwstr>
  </property>
</Properties>
</file>